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75" r:id="rId6"/>
    <p:sldId id="276" r:id="rId7"/>
    <p:sldId id="296" r:id="rId8"/>
    <p:sldId id="278" r:id="rId9"/>
    <p:sldId id="299" r:id="rId10"/>
    <p:sldId id="302" r:id="rId11"/>
    <p:sldId id="300" r:id="rId12"/>
    <p:sldId id="301" r:id="rId13"/>
    <p:sldId id="297" r:id="rId14"/>
    <p:sldId id="303" r:id="rId15"/>
    <p:sldId id="298" r:id="rId16"/>
    <p:sldId id="288" r:id="rId17"/>
    <p:sldId id="28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32A"/>
    <a:srgbClr val="D6E0EB"/>
    <a:srgbClr val="446992"/>
    <a:srgbClr val="AEC2D8"/>
    <a:srgbClr val="D84400"/>
    <a:srgbClr val="44678D"/>
    <a:srgbClr val="263E5A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A845F-A707-47AE-9A98-1E51E8B2FB39}" v="158" dt="2026-06-27T20:54:20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 camara" userId="3235baa0b29717d2" providerId="LiveId" clId="{6AC1C792-108D-40CD-A890-2C3635443B10}"/>
    <pc:docChg chg="custSel modSld">
      <pc:chgData name="Roger camara" userId="3235baa0b29717d2" providerId="LiveId" clId="{6AC1C792-108D-40CD-A890-2C3635443B10}" dt="2026-06-27T20:54:20.438" v="223" actId="20577"/>
      <pc:docMkLst>
        <pc:docMk/>
      </pc:docMkLst>
      <pc:sldChg chg="modSp mod modAnim">
        <pc:chgData name="Roger camara" userId="3235baa0b29717d2" providerId="LiveId" clId="{6AC1C792-108D-40CD-A890-2C3635443B10}" dt="2026-06-27T13:00:11.573" v="206" actId="207"/>
        <pc:sldMkLst>
          <pc:docMk/>
          <pc:sldMk cId="2775535166" sldId="275"/>
        </pc:sldMkLst>
        <pc:spChg chg="mod">
          <ac:chgData name="Roger camara" userId="3235baa0b29717d2" providerId="LiveId" clId="{6AC1C792-108D-40CD-A890-2C3635443B10}" dt="2026-06-26T01:42:10.328" v="201" actId="1076"/>
          <ac:spMkLst>
            <pc:docMk/>
            <pc:sldMk cId="2775535166" sldId="275"/>
            <ac:spMk id="9" creationId="{78024C77-A2F8-1ABA-5412-E6BB88B5FA1B}"/>
          </ac:spMkLst>
        </pc:spChg>
        <pc:spChg chg="mod">
          <ac:chgData name="Roger camara" userId="3235baa0b29717d2" providerId="LiveId" clId="{6AC1C792-108D-40CD-A890-2C3635443B10}" dt="2026-06-27T13:00:11.573" v="206" actId="207"/>
          <ac:spMkLst>
            <pc:docMk/>
            <pc:sldMk cId="2775535166" sldId="275"/>
            <ac:spMk id="19" creationId="{5DF64211-DCD8-B458-DBD2-EBDA7AE3396F}"/>
          </ac:spMkLst>
        </pc:spChg>
      </pc:sldChg>
      <pc:sldChg chg="modSp mod addAnim delAnim modAnim">
        <pc:chgData name="Roger camara" userId="3235baa0b29717d2" providerId="LiveId" clId="{6AC1C792-108D-40CD-A890-2C3635443B10}" dt="2026-06-27T20:50:06.655" v="218" actId="1035"/>
        <pc:sldMkLst>
          <pc:docMk/>
          <pc:sldMk cId="77554804" sldId="276"/>
        </pc:sldMkLst>
        <pc:spChg chg="mod">
          <ac:chgData name="Roger camara" userId="3235baa0b29717d2" providerId="LiveId" clId="{6AC1C792-108D-40CD-A890-2C3635443B10}" dt="2026-06-25T22:45:38.847" v="0" actId="207"/>
          <ac:spMkLst>
            <pc:docMk/>
            <pc:sldMk cId="77554804" sldId="276"/>
            <ac:spMk id="3" creationId="{88873AE3-E565-9548-C4EF-EF13652F04F0}"/>
          </ac:spMkLst>
        </pc:spChg>
        <pc:spChg chg="mod">
          <ac:chgData name="Roger camara" userId="3235baa0b29717d2" providerId="LiveId" clId="{6AC1C792-108D-40CD-A890-2C3635443B10}" dt="2026-06-27T13:00:21.038" v="207" actId="207"/>
          <ac:spMkLst>
            <pc:docMk/>
            <pc:sldMk cId="77554804" sldId="276"/>
            <ac:spMk id="5" creationId="{81D18537-D028-9E9C-FB87-93F24955DFC7}"/>
          </ac:spMkLst>
        </pc:spChg>
        <pc:spChg chg="mod">
          <ac:chgData name="Roger camara" userId="3235baa0b29717d2" providerId="LiveId" clId="{6AC1C792-108D-40CD-A890-2C3635443B10}" dt="2026-06-27T20:49:53.667" v="216" actId="20577"/>
          <ac:spMkLst>
            <pc:docMk/>
            <pc:sldMk cId="77554804" sldId="276"/>
            <ac:spMk id="8" creationId="{F9877F68-CCC4-44DE-ADAC-D1E333DF54F1}"/>
          </ac:spMkLst>
        </pc:spChg>
        <pc:spChg chg="mod">
          <ac:chgData name="Roger camara" userId="3235baa0b29717d2" providerId="LiveId" clId="{6AC1C792-108D-40CD-A890-2C3635443B10}" dt="2026-06-26T00:05:00.862" v="200" actId="20577"/>
          <ac:spMkLst>
            <pc:docMk/>
            <pc:sldMk cId="77554804" sldId="276"/>
            <ac:spMk id="20" creationId="{CC0093B1-77CC-1E61-FB22-E136F94EABD2}"/>
          </ac:spMkLst>
        </pc:spChg>
        <pc:picChg chg="mod">
          <ac:chgData name="Roger camara" userId="3235baa0b29717d2" providerId="LiveId" clId="{6AC1C792-108D-40CD-A890-2C3635443B10}" dt="2026-06-27T20:50:06.655" v="218" actId="1035"/>
          <ac:picMkLst>
            <pc:docMk/>
            <pc:sldMk cId="77554804" sldId="276"/>
            <ac:picMk id="25" creationId="{03A07986-FD80-8CDB-BE7E-9F873DAE3070}"/>
          </ac:picMkLst>
        </pc:picChg>
      </pc:sldChg>
      <pc:sldChg chg="modSp mod addAnim delAnim modAnim">
        <pc:chgData name="Roger camara" userId="3235baa0b29717d2" providerId="LiveId" clId="{6AC1C792-108D-40CD-A890-2C3635443B10}" dt="2026-06-27T13:00:32.123" v="209" actId="207"/>
        <pc:sldMkLst>
          <pc:docMk/>
          <pc:sldMk cId="1640288181" sldId="278"/>
        </pc:sldMkLst>
        <pc:spChg chg="mod">
          <ac:chgData name="Roger camara" userId="3235baa0b29717d2" providerId="LiveId" clId="{6AC1C792-108D-40CD-A890-2C3635443B10}" dt="2026-06-25T22:49:17.266" v="16" actId="2711"/>
          <ac:spMkLst>
            <pc:docMk/>
            <pc:sldMk cId="1640288181" sldId="278"/>
            <ac:spMk id="8" creationId="{EFD76AA6-679B-CE70-68D1-9EEA4F87FD8E}"/>
          </ac:spMkLst>
        </pc:spChg>
        <pc:spChg chg="mod">
          <ac:chgData name="Roger camara" userId="3235baa0b29717d2" providerId="LiveId" clId="{6AC1C792-108D-40CD-A890-2C3635443B10}" dt="2026-06-27T13:00:32.123" v="209" actId="207"/>
          <ac:spMkLst>
            <pc:docMk/>
            <pc:sldMk cId="1640288181" sldId="278"/>
            <ac:spMk id="10" creationId="{4C6EC6F6-F346-241D-C2AD-CEA21AF2E091}"/>
          </ac:spMkLst>
        </pc:spChg>
        <pc:spChg chg="mod">
          <ac:chgData name="Roger camara" userId="3235baa0b29717d2" providerId="LiveId" clId="{6AC1C792-108D-40CD-A890-2C3635443B10}" dt="2026-06-25T22:49:47.541" v="19" actId="2711"/>
          <ac:spMkLst>
            <pc:docMk/>
            <pc:sldMk cId="1640288181" sldId="278"/>
            <ac:spMk id="16" creationId="{A128D45D-8B96-6DF7-873B-3D6F6C8C15B6}"/>
          </ac:spMkLst>
        </pc:spChg>
        <pc:spChg chg="mod">
          <ac:chgData name="Roger camara" userId="3235baa0b29717d2" providerId="LiveId" clId="{6AC1C792-108D-40CD-A890-2C3635443B10}" dt="2026-06-25T22:49:39.791" v="18" actId="2711"/>
          <ac:spMkLst>
            <pc:docMk/>
            <pc:sldMk cId="1640288181" sldId="278"/>
            <ac:spMk id="17" creationId="{BA7E10D2-11B9-2960-8785-406CEFACA973}"/>
          </ac:spMkLst>
        </pc:spChg>
        <pc:spChg chg="mod">
          <ac:chgData name="Roger camara" userId="3235baa0b29717d2" providerId="LiveId" clId="{6AC1C792-108D-40CD-A890-2C3635443B10}" dt="2026-06-25T22:49:53.158" v="20" actId="2711"/>
          <ac:spMkLst>
            <pc:docMk/>
            <pc:sldMk cId="1640288181" sldId="278"/>
            <ac:spMk id="18" creationId="{8C7FE8C1-9577-9D79-43F2-05D3921562C8}"/>
          </ac:spMkLst>
        </pc:spChg>
        <pc:picChg chg="mod">
          <ac:chgData name="Roger camara" userId="3235baa0b29717d2" providerId="LiveId" clId="{6AC1C792-108D-40CD-A890-2C3635443B10}" dt="2026-06-25T23:13:34.823" v="119" actId="1036"/>
          <ac:picMkLst>
            <pc:docMk/>
            <pc:sldMk cId="1640288181" sldId="278"/>
            <ac:picMk id="106" creationId="{D7444D9A-2B34-B26C-ACFE-0728428FB96E}"/>
          </ac:picMkLst>
        </pc:picChg>
      </pc:sldChg>
      <pc:sldChg chg="modSp mod addAnim delAnim modAnim">
        <pc:chgData name="Roger camara" userId="3235baa0b29717d2" providerId="LiveId" clId="{6AC1C792-108D-40CD-A890-2C3635443B10}" dt="2026-06-27T13:01:18.197" v="214" actId="207"/>
        <pc:sldMkLst>
          <pc:docMk/>
          <pc:sldMk cId="4157533387" sldId="288"/>
        </pc:sldMkLst>
        <pc:spChg chg="mod">
          <ac:chgData name="Roger camara" userId="3235baa0b29717d2" providerId="LiveId" clId="{6AC1C792-108D-40CD-A890-2C3635443B10}" dt="2026-06-27T13:01:18.197" v="214" actId="207"/>
          <ac:spMkLst>
            <pc:docMk/>
            <pc:sldMk cId="4157533387" sldId="288"/>
            <ac:spMk id="6" creationId="{4EFA9173-F892-5C7D-99AF-4C5FFB1532B4}"/>
          </ac:spMkLst>
        </pc:spChg>
        <pc:picChg chg="mod">
          <ac:chgData name="Roger camara" userId="3235baa0b29717d2" providerId="LiveId" clId="{6AC1C792-108D-40CD-A890-2C3635443B10}" dt="2026-06-26T02:10:58.609" v="205" actId="1035"/>
          <ac:picMkLst>
            <pc:docMk/>
            <pc:sldMk cId="4157533387" sldId="288"/>
            <ac:picMk id="10" creationId="{81DCD484-4314-1766-4FFA-281CBCBBA02A}"/>
          </ac:picMkLst>
        </pc:picChg>
      </pc:sldChg>
      <pc:sldChg chg="modSp modAnim">
        <pc:chgData name="Roger camara" userId="3235baa0b29717d2" providerId="LiveId" clId="{6AC1C792-108D-40CD-A890-2C3635443B10}" dt="2026-06-27T13:01:29.371" v="215" actId="207"/>
        <pc:sldMkLst>
          <pc:docMk/>
          <pc:sldMk cId="529279411" sldId="289"/>
        </pc:sldMkLst>
        <pc:spChg chg="mod">
          <ac:chgData name="Roger camara" userId="3235baa0b29717d2" providerId="LiveId" clId="{6AC1C792-108D-40CD-A890-2C3635443B10}" dt="2026-06-27T13:01:29.371" v="215" actId="207"/>
          <ac:spMkLst>
            <pc:docMk/>
            <pc:sldMk cId="529279411" sldId="289"/>
            <ac:spMk id="24" creationId="{AD2C8D04-263D-9589-1CFF-A5968D7C33D7}"/>
          </ac:spMkLst>
        </pc:spChg>
      </pc:sldChg>
      <pc:sldChg chg="modSp mod addAnim delAnim modAnim">
        <pc:chgData name="Roger camara" userId="3235baa0b29717d2" providerId="LiveId" clId="{6AC1C792-108D-40CD-A890-2C3635443B10}" dt="2026-06-27T20:50:19.745" v="219" actId="20577"/>
        <pc:sldMkLst>
          <pc:docMk/>
          <pc:sldMk cId="1454201196" sldId="296"/>
        </pc:sldMkLst>
        <pc:spChg chg="mod">
          <ac:chgData name="Roger camara" userId="3235baa0b29717d2" providerId="LiveId" clId="{6AC1C792-108D-40CD-A890-2C3635443B10}" dt="2026-06-25T22:46:39.302" v="3" actId="207"/>
          <ac:spMkLst>
            <pc:docMk/>
            <pc:sldMk cId="1454201196" sldId="296"/>
            <ac:spMk id="3" creationId="{13C1E217-39D7-84C8-5037-E3EA8BE592F8}"/>
          </ac:spMkLst>
        </pc:spChg>
        <pc:spChg chg="mod">
          <ac:chgData name="Roger camara" userId="3235baa0b29717d2" providerId="LiveId" clId="{6AC1C792-108D-40CD-A890-2C3635443B10}" dt="2026-06-27T13:00:26.810" v="208" actId="207"/>
          <ac:spMkLst>
            <pc:docMk/>
            <pc:sldMk cId="1454201196" sldId="296"/>
            <ac:spMk id="5" creationId="{7CDA69C4-B0CC-6F1C-64D2-DA3C927CAA24}"/>
          </ac:spMkLst>
        </pc:spChg>
        <pc:spChg chg="mod">
          <ac:chgData name="Roger camara" userId="3235baa0b29717d2" providerId="LiveId" clId="{6AC1C792-108D-40CD-A890-2C3635443B10}" dt="2026-06-27T20:50:19.745" v="219" actId="20577"/>
          <ac:spMkLst>
            <pc:docMk/>
            <pc:sldMk cId="1454201196" sldId="296"/>
            <ac:spMk id="12" creationId="{6281E28F-EA3D-4507-BAD3-8A7198D64447}"/>
          </ac:spMkLst>
        </pc:spChg>
        <pc:spChg chg="mod">
          <ac:chgData name="Roger camara" userId="3235baa0b29717d2" providerId="LiveId" clId="{6AC1C792-108D-40CD-A890-2C3635443B10}" dt="2026-06-25T22:47:09.527" v="5" actId="207"/>
          <ac:spMkLst>
            <pc:docMk/>
            <pc:sldMk cId="1454201196" sldId="296"/>
            <ac:spMk id="13" creationId="{7518C372-65B5-438E-1D42-2C7E309F8504}"/>
          </ac:spMkLst>
        </pc:spChg>
      </pc:sldChg>
      <pc:sldChg chg="modSp mod modAnim">
        <pc:chgData name="Roger camara" userId="3235baa0b29717d2" providerId="LiveId" clId="{6AC1C792-108D-40CD-A890-2C3635443B10}" dt="2026-06-27T13:00:54.096" v="211" actId="1036"/>
        <pc:sldMkLst>
          <pc:docMk/>
          <pc:sldMk cId="2268451435" sldId="297"/>
        </pc:sldMkLst>
        <pc:spChg chg="mod">
          <ac:chgData name="Roger camara" userId="3235baa0b29717d2" providerId="LiveId" clId="{6AC1C792-108D-40CD-A890-2C3635443B10}" dt="2026-06-25T22:50:30.511" v="21" actId="207"/>
          <ac:spMkLst>
            <pc:docMk/>
            <pc:sldMk cId="2268451435" sldId="297"/>
            <ac:spMk id="2" creationId="{F0A7B655-6C6A-0898-499A-F6DA9B723ADB}"/>
          </ac:spMkLst>
        </pc:spChg>
        <pc:spChg chg="mod">
          <ac:chgData name="Roger camara" userId="3235baa0b29717d2" providerId="LiveId" clId="{6AC1C792-108D-40CD-A890-2C3635443B10}" dt="2026-06-27T13:00:54.096" v="211" actId="1036"/>
          <ac:spMkLst>
            <pc:docMk/>
            <pc:sldMk cId="2268451435" sldId="297"/>
            <ac:spMk id="10" creationId="{016C97FB-F05A-1605-1959-2E6B52A6D55C}"/>
          </ac:spMkLst>
        </pc:spChg>
      </pc:sldChg>
      <pc:sldChg chg="modSp mod modAnim">
        <pc:chgData name="Roger camara" userId="3235baa0b29717d2" providerId="LiveId" clId="{6AC1C792-108D-40CD-A890-2C3635443B10}" dt="2026-06-27T20:54:20.438" v="223" actId="20577"/>
        <pc:sldMkLst>
          <pc:docMk/>
          <pc:sldMk cId="1454872194" sldId="298"/>
        </pc:sldMkLst>
        <pc:spChg chg="mod">
          <ac:chgData name="Roger camara" userId="3235baa0b29717d2" providerId="LiveId" clId="{6AC1C792-108D-40CD-A890-2C3635443B10}" dt="2026-06-27T13:01:11.925" v="213" actId="207"/>
          <ac:spMkLst>
            <pc:docMk/>
            <pc:sldMk cId="1454872194" sldId="298"/>
            <ac:spMk id="10" creationId="{E082FF82-AF90-7CDB-9D13-3D309BDF1555}"/>
          </ac:spMkLst>
        </pc:spChg>
        <pc:spChg chg="mod">
          <ac:chgData name="Roger camara" userId="3235baa0b29717d2" providerId="LiveId" clId="{6AC1C792-108D-40CD-A890-2C3635443B10}" dt="2026-06-27T20:54:20.438" v="223" actId="20577"/>
          <ac:spMkLst>
            <pc:docMk/>
            <pc:sldMk cId="1454872194" sldId="298"/>
            <ac:spMk id="27" creationId="{2ADE1339-E953-AA15-CA4F-2F20078D7088}"/>
          </ac:spMkLst>
        </pc:spChg>
      </pc:sldChg>
      <pc:sldChg chg="modAnim">
        <pc:chgData name="Roger camara" userId="3235baa0b29717d2" providerId="LiveId" clId="{6AC1C792-108D-40CD-A890-2C3635443B10}" dt="2026-06-25T23:13:54.283" v="124"/>
        <pc:sldMkLst>
          <pc:docMk/>
          <pc:sldMk cId="1012765386" sldId="299"/>
        </pc:sldMkLst>
      </pc:sldChg>
      <pc:sldChg chg="modAnim">
        <pc:chgData name="Roger camara" userId="3235baa0b29717d2" providerId="LiveId" clId="{6AC1C792-108D-40CD-A890-2C3635443B10}" dt="2026-06-25T23:14:11.819" v="127"/>
        <pc:sldMkLst>
          <pc:docMk/>
          <pc:sldMk cId="3021510105" sldId="300"/>
        </pc:sldMkLst>
      </pc:sldChg>
      <pc:sldChg chg="modAnim">
        <pc:chgData name="Roger camara" userId="3235baa0b29717d2" providerId="LiveId" clId="{6AC1C792-108D-40CD-A890-2C3635443B10}" dt="2026-06-25T23:14:16.773" v="128"/>
        <pc:sldMkLst>
          <pc:docMk/>
          <pc:sldMk cId="836371185" sldId="301"/>
        </pc:sldMkLst>
      </pc:sldChg>
      <pc:sldChg chg="modAnim">
        <pc:chgData name="Roger camara" userId="3235baa0b29717d2" providerId="LiveId" clId="{6AC1C792-108D-40CD-A890-2C3635443B10}" dt="2026-06-25T23:14:06.145" v="126"/>
        <pc:sldMkLst>
          <pc:docMk/>
          <pc:sldMk cId="3672378177" sldId="302"/>
        </pc:sldMkLst>
      </pc:sldChg>
      <pc:sldChg chg="modSp mod addAnim delAnim modAnim">
        <pc:chgData name="Roger camara" userId="3235baa0b29717d2" providerId="LiveId" clId="{6AC1C792-108D-40CD-A890-2C3635443B10}" dt="2026-06-27T20:53:53.803" v="220" actId="20577"/>
        <pc:sldMkLst>
          <pc:docMk/>
          <pc:sldMk cId="3090049391" sldId="303"/>
        </pc:sldMkLst>
        <pc:spChg chg="mod">
          <ac:chgData name="Roger camara" userId="3235baa0b29717d2" providerId="LiveId" clId="{6AC1C792-108D-40CD-A890-2C3635443B10}" dt="2026-06-25T22:55:08.188" v="26" actId="207"/>
          <ac:spMkLst>
            <pc:docMk/>
            <pc:sldMk cId="3090049391" sldId="303"/>
            <ac:spMk id="2" creationId="{245EB2B4-8556-8B4C-30A4-7314C0FE6EB8}"/>
          </ac:spMkLst>
        </pc:spChg>
        <pc:spChg chg="mod">
          <ac:chgData name="Roger camara" userId="3235baa0b29717d2" providerId="LiveId" clId="{6AC1C792-108D-40CD-A890-2C3635443B10}" dt="2026-06-25T22:54:58.364" v="25" actId="207"/>
          <ac:spMkLst>
            <pc:docMk/>
            <pc:sldMk cId="3090049391" sldId="303"/>
            <ac:spMk id="6" creationId="{4045C31C-6489-1EC0-7F5D-257D06FEE2C9}"/>
          </ac:spMkLst>
        </pc:spChg>
        <pc:spChg chg="mod">
          <ac:chgData name="Roger camara" userId="3235baa0b29717d2" providerId="LiveId" clId="{6AC1C792-108D-40CD-A890-2C3635443B10}" dt="2026-06-27T20:53:53.803" v="220" actId="20577"/>
          <ac:spMkLst>
            <pc:docMk/>
            <pc:sldMk cId="3090049391" sldId="303"/>
            <ac:spMk id="7" creationId="{08244126-A43C-48AD-6EE7-97E407088FB2}"/>
          </ac:spMkLst>
        </pc:spChg>
        <pc:spChg chg="mod">
          <ac:chgData name="Roger camara" userId="3235baa0b29717d2" providerId="LiveId" clId="{6AC1C792-108D-40CD-A890-2C3635443B10}" dt="2026-06-27T13:01:01.661" v="212" actId="207"/>
          <ac:spMkLst>
            <pc:docMk/>
            <pc:sldMk cId="3090049391" sldId="303"/>
            <ac:spMk id="10" creationId="{A97072A7-156A-9AD9-915A-1B184AC79C0E}"/>
          </ac:spMkLst>
        </pc:spChg>
        <pc:spChg chg="mod">
          <ac:chgData name="Roger camara" userId="3235baa0b29717d2" providerId="LiveId" clId="{6AC1C792-108D-40CD-A890-2C3635443B10}" dt="2026-06-25T22:56:45.275" v="28" actId="207"/>
          <ac:spMkLst>
            <pc:docMk/>
            <pc:sldMk cId="3090049391" sldId="303"/>
            <ac:spMk id="15" creationId="{F3CEE558-D8FE-F783-C880-440EF5956FC5}"/>
          </ac:spMkLst>
        </pc:spChg>
        <pc:spChg chg="mod">
          <ac:chgData name="Roger camara" userId="3235baa0b29717d2" providerId="LiveId" clId="{6AC1C792-108D-40CD-A890-2C3635443B10}" dt="2026-06-25T22:57:15.937" v="29" actId="207"/>
          <ac:spMkLst>
            <pc:docMk/>
            <pc:sldMk cId="3090049391" sldId="303"/>
            <ac:spMk id="17" creationId="{A07D2CE2-57B0-A626-8FA0-8A977CF0DF29}"/>
          </ac:spMkLst>
        </pc:spChg>
        <pc:spChg chg="mod">
          <ac:chgData name="Roger camara" userId="3235baa0b29717d2" providerId="LiveId" clId="{6AC1C792-108D-40CD-A890-2C3635443B10}" dt="2026-06-25T22:57:26.191" v="30" actId="207"/>
          <ac:spMkLst>
            <pc:docMk/>
            <pc:sldMk cId="3090049391" sldId="303"/>
            <ac:spMk id="19" creationId="{A8B78A2E-0549-09F5-0540-1D4FB49F418E}"/>
          </ac:spMkLst>
        </pc:spChg>
        <pc:spChg chg="mod">
          <ac:chgData name="Roger camara" userId="3235baa0b29717d2" providerId="LiveId" clId="{6AC1C792-108D-40CD-A890-2C3635443B10}" dt="2026-06-25T22:57:33.843" v="31" actId="207"/>
          <ac:spMkLst>
            <pc:docMk/>
            <pc:sldMk cId="3090049391" sldId="303"/>
            <ac:spMk id="21" creationId="{06B82DBC-AA12-935C-89A0-835CF60FC35C}"/>
          </ac:spMkLst>
        </pc:spChg>
        <pc:spChg chg="mod">
          <ac:chgData name="Roger camara" userId="3235baa0b29717d2" providerId="LiveId" clId="{6AC1C792-108D-40CD-A890-2C3635443B10}" dt="2026-06-25T22:57:39.769" v="32" actId="207"/>
          <ac:spMkLst>
            <pc:docMk/>
            <pc:sldMk cId="3090049391" sldId="303"/>
            <ac:spMk id="23" creationId="{CAA47EA0-90CC-18E6-FC71-1E04B94790D5}"/>
          </ac:spMkLst>
        </pc:spChg>
        <pc:spChg chg="mod">
          <ac:chgData name="Roger camara" userId="3235baa0b29717d2" providerId="LiveId" clId="{6AC1C792-108D-40CD-A890-2C3635443B10}" dt="2026-06-25T22:54:46.268" v="23" actId="207"/>
          <ac:spMkLst>
            <pc:docMk/>
            <pc:sldMk cId="3090049391" sldId="303"/>
            <ac:spMk id="25" creationId="{63679204-21C7-70F2-0A05-E40B97AE6229}"/>
          </ac:spMkLst>
        </pc:spChg>
        <pc:spChg chg="mod">
          <ac:chgData name="Roger camara" userId="3235baa0b29717d2" providerId="LiveId" clId="{6AC1C792-108D-40CD-A890-2C3635443B10}" dt="2026-06-25T22:54:51.898" v="24" actId="207"/>
          <ac:spMkLst>
            <pc:docMk/>
            <pc:sldMk cId="3090049391" sldId="303"/>
            <ac:spMk id="27" creationId="{711B7A47-F889-90C0-512A-1E1C1B7EEB38}"/>
          </ac:spMkLst>
        </pc:spChg>
        <pc:spChg chg="mod">
          <ac:chgData name="Roger camara" userId="3235baa0b29717d2" providerId="LiveId" clId="{6AC1C792-108D-40CD-A890-2C3635443B10}" dt="2026-06-25T22:55:14.197" v="27" actId="207"/>
          <ac:spMkLst>
            <pc:docMk/>
            <pc:sldMk cId="3090049391" sldId="303"/>
            <ac:spMk id="29" creationId="{147F93B1-7CC7-2AB6-D16C-88463923EA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3736-CC56-CD20-140A-58430F05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48B5A-9545-A434-1DCA-CFA6BA71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027C6-ADB9-3DE8-371F-C50734BD4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6A46-4B53-6503-A18E-D8D6D4D0B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15337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D638-972F-6D80-1851-C6657D06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97E8D-E4B3-9C78-42D6-F7DEC4372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D1278-7D2D-7F64-3905-CF5181646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7134C-7031-2E64-AA5F-E4D32FF94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5207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756C-F03F-A1FC-71D2-5BA427D4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BEBD-EEED-0509-B080-C0817604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D25D5-8AD2-496F-5835-6CC164B48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5F1D5-235D-C35E-D5E4-05625F169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693636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902A-AB44-1222-90F9-0E0105C8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BEBF7-536E-F128-36C6-C7B275595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5206B-2FAF-DF73-7ADF-846CCBACA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5CBD9-0842-FF1F-611C-17E3490C7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927876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E3D0-5A6D-5E78-FE62-193B7BF3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3CCB6-9131-A6DB-F0BE-5D215130D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AB9A6-F61F-12EE-E39A-99144D4D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1732B-AED7-4251-A346-7B2BF54D8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1238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904D-1AD8-C829-F76E-DCB27EA5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5973-1DE9-F92F-B8F6-95999B6D9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5F534-C385-59E9-2564-DEF58EE96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D6839-8653-60B9-3599-E231F9471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11446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2044-3640-2501-A9EC-AF14000B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6CADF-9BFA-3C34-B04B-5CC77D1DD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3E843-6743-53ED-4309-6AAFB97F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8C1CF-FD76-380D-BA03-2981A9B2F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23381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3CCA1-A171-25B8-AE7C-C33E7962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A7514-8FE4-74E1-1443-D626D7AE5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C610-15A2-4512-52F8-6BFEF3D5F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854C-FDE2-BCFE-E93D-B73DEDB70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1578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6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960" y="3707663"/>
            <a:ext cx="7966828" cy="1191422"/>
          </a:xfrm>
        </p:spPr>
        <p:txBody>
          <a:bodyPr/>
          <a:lstStyle/>
          <a:p>
            <a:r>
              <a:rPr lang="fr-FR" sz="2400" b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SYSTEME INTELLIGENT DE SURVEILLANCE D’UN ENFANT – Œil Des Parents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5103" y="5095784"/>
            <a:ext cx="2367117" cy="1426383"/>
          </a:xfrm>
        </p:spPr>
        <p:txBody>
          <a:bodyPr/>
          <a:lstStyle/>
          <a:p>
            <a:r>
              <a:rPr lang="fr-FR" sz="2000" noProof="0" dirty="0">
                <a:solidFill>
                  <a:schemeClr val="accent2">
                    <a:lumMod val="75000"/>
                  </a:schemeClr>
                </a:solidFill>
              </a:rPr>
              <a:t>Etudiants:</a:t>
            </a:r>
            <a:br>
              <a:rPr lang="fr-FR" noProof="0" dirty="0"/>
            </a:br>
            <a:r>
              <a:rPr lang="fr-FR" noProof="0" dirty="0"/>
              <a:t>      Roger CAMARA</a:t>
            </a:r>
          </a:p>
          <a:p>
            <a:r>
              <a:rPr lang="fr-FR" noProof="0" dirty="0"/>
              <a:t>      Hamidou GUINDO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C43B3-752D-4F48-1790-0F8E76041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66" y="267006"/>
            <a:ext cx="2371570" cy="2103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6A886A-A628-6B50-3B2C-D44D0B375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3" y="267008"/>
            <a:ext cx="2509221" cy="2103292"/>
          </a:xfrm>
          <a:prstGeom prst="rect">
            <a:avLst/>
          </a:prstGeom>
        </p:spPr>
      </p:pic>
      <p:sp>
        <p:nvSpPr>
          <p:cNvPr id="17" name="Title 6">
            <a:extLst>
              <a:ext uri="{FF2B5EF4-FFF2-40B4-BE49-F238E27FC236}">
                <a16:creationId xmlns:a16="http://schemas.microsoft.com/office/drawing/2014/main" id="{1A80F081-CBB2-998C-9086-DF1562BBDDCF}"/>
              </a:ext>
            </a:extLst>
          </p:cNvPr>
          <p:cNvSpPr txBox="1">
            <a:spLocks/>
          </p:cNvSpPr>
          <p:nvPr/>
        </p:nvSpPr>
        <p:spPr>
          <a:xfrm>
            <a:off x="2574907" y="2579205"/>
            <a:ext cx="7529955" cy="705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fr-FR" sz="1800" b="0" noProof="0" dirty="0">
                <a:latin typeface="Montserrat" panose="00000500000000000000" pitchFamily="2" charset="0"/>
              </a:rPr>
              <a:t>ECOLE NATION SUPERIEUR D’INFORMATIQUE ET D’ANALYSE DES SYSTEME - RABAT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D1A1FEC-5C72-0D02-B177-90D575D0DDE4}"/>
              </a:ext>
            </a:extLst>
          </p:cNvPr>
          <p:cNvSpPr txBox="1">
            <a:spLocks/>
          </p:cNvSpPr>
          <p:nvPr/>
        </p:nvSpPr>
        <p:spPr>
          <a:xfrm>
            <a:off x="7737745" y="5095784"/>
            <a:ext cx="3608681" cy="798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noProof="0" dirty="0">
                <a:solidFill>
                  <a:schemeClr val="accent2">
                    <a:lumMod val="75000"/>
                  </a:schemeClr>
                </a:solidFill>
              </a:rPr>
              <a:t>Encadrant:</a:t>
            </a:r>
            <a:br>
              <a:rPr lang="fr-FR" noProof="0" dirty="0"/>
            </a:br>
            <a:r>
              <a:rPr lang="fr-FR" noProof="0" dirty="0"/>
              <a:t>     Pr Faissal El BOUANANI 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A245AB4-C510-3C0A-7B2C-CE6A640EA2BE}"/>
              </a:ext>
            </a:extLst>
          </p:cNvPr>
          <p:cNvSpPr txBox="1">
            <a:spLocks/>
          </p:cNvSpPr>
          <p:nvPr/>
        </p:nvSpPr>
        <p:spPr>
          <a:xfrm>
            <a:off x="4856363" y="5595647"/>
            <a:ext cx="2881381" cy="11197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noProof="0" dirty="0"/>
              <a:t>            </a:t>
            </a:r>
            <a:r>
              <a:rPr lang="fr-FR" sz="2000" b="1" noProof="0" dirty="0">
                <a:solidFill>
                  <a:srgbClr val="FFC000"/>
                </a:solidFill>
              </a:rPr>
              <a:t>Jury:</a:t>
            </a:r>
            <a:br>
              <a:rPr lang="fr-FR" noProof="0" dirty="0"/>
            </a:br>
            <a:r>
              <a:rPr lang="fr-FR" noProof="0" dirty="0"/>
              <a:t>Pr Z.E.A </a:t>
            </a:r>
            <a:r>
              <a:rPr lang="fr-FR" noProof="0" dirty="0" err="1"/>
              <a:t>Alaou</a:t>
            </a:r>
            <a:r>
              <a:rPr lang="fr-FR" noProof="0" dirty="0"/>
              <a:t> ISMAILI</a:t>
            </a:r>
          </a:p>
          <a:p>
            <a:r>
              <a:rPr lang="fr-FR" noProof="0" dirty="0"/>
              <a:t>Pr Abderahman KRIOUILE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8B04C7A-D28F-B63B-416A-432D25310ACD}"/>
              </a:ext>
            </a:extLst>
          </p:cNvPr>
          <p:cNvSpPr txBox="1">
            <a:spLocks/>
          </p:cNvSpPr>
          <p:nvPr/>
        </p:nvSpPr>
        <p:spPr>
          <a:xfrm>
            <a:off x="4322584" y="1033744"/>
            <a:ext cx="4034600" cy="593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noProof="0" dirty="0">
                <a:solidFill>
                  <a:schemeClr val="tx1"/>
                </a:solidFill>
              </a:rPr>
              <a:t>Année Universitaire 2025-2026</a:t>
            </a:r>
            <a:endParaRPr lang="fr-FR" noProof="0" dirty="0">
              <a:solidFill>
                <a:schemeClr val="tx1"/>
              </a:solidFill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D2D654A2-E865-74EB-678D-6F28E265B0F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5"/>
          <a:srcRect t="17648" b="17648"/>
          <a:stretch>
            <a:fillRect/>
          </a:stretch>
        </p:blipFill>
        <p:spPr>
          <a:xfrm>
            <a:off x="9498392" y="2649742"/>
            <a:ext cx="2561648" cy="2945905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1722386"/>
          </a:xfrm>
        </p:spPr>
        <p:txBody>
          <a:bodyPr anchor="t">
            <a:normAutofit/>
          </a:bodyPr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Plan de la présentation</a:t>
            </a:r>
          </a:p>
        </p:txBody>
      </p:sp>
      <p:pic>
        <p:nvPicPr>
          <p:cNvPr id="26" name="Video 25" descr="People Planning">
            <a:extLst>
              <a:ext uri="{FF2B5EF4-FFF2-40B4-BE49-F238E27FC236}">
                <a16:creationId xmlns:a16="http://schemas.microsoft.com/office/drawing/2014/main" id="{7CD618E3-8645-0C26-FFE9-34E2B6E3A9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9754" r="21505" b="-3"/>
          <a:stretch>
            <a:fillRect/>
          </a:stretch>
        </p:blipFill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06567" y="1039214"/>
            <a:ext cx="2289842" cy="389476"/>
          </a:xfrm>
        </p:spPr>
        <p:txBody>
          <a:bodyPr anchor="b">
            <a:normAutofit/>
          </a:bodyPr>
          <a:lstStyle/>
          <a:p>
            <a:r>
              <a:rPr lang="fr-FR" noProof="0" dirty="0"/>
              <a:t>I- 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519769" y="2450674"/>
            <a:ext cx="2737909" cy="617418"/>
          </a:xfrm>
        </p:spPr>
        <p:txBody>
          <a:bodyPr anchor="b">
            <a:normAutofit/>
          </a:bodyPr>
          <a:lstStyle/>
          <a:p>
            <a:r>
              <a:rPr lang="fr-FR" noProof="0" dirty="0"/>
              <a:t>II- SOLUTIONS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420CAB43-3D3B-BC23-0B23-355BAA6E1B04}"/>
              </a:ext>
            </a:extLst>
          </p:cNvPr>
          <p:cNvPicPr>
            <a:picLocks noGrp="1" noChangeAspect="1"/>
          </p:cNvPicPr>
          <p:nvPr>
            <p:ph type="pic" sz="quarter" idx="70"/>
          </p:nvPr>
        </p:nvPicPr>
        <p:blipFill>
          <a:blip r:embed="rId6"/>
          <a:srcRect l="6784" r="6784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594B0C19-7D36-9488-03DD-AA96AA524C20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519769" y="3973206"/>
            <a:ext cx="2193021" cy="506399"/>
          </a:xfrm>
        </p:spPr>
        <p:txBody>
          <a:bodyPr/>
          <a:lstStyle/>
          <a:p>
            <a:r>
              <a:rPr lang="fr-FR" noProof="0" dirty="0"/>
              <a:t>III- CONCEPTION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>
          <a:xfrm>
            <a:off x="484632" y="621792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noProof="0" dirty="0"/>
              <a:t>Œil des parents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fr-FR" noProof="0" smtClean="0"/>
              <a:pPr>
                <a:spcAft>
                  <a:spcPts val="600"/>
                </a:spcAft>
              </a:pPr>
              <a:t>2</a:t>
            </a:fld>
            <a:endParaRPr lang="fr-FR" noProof="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A142BD22-B2DC-7F8C-02B9-4CBE09D2363F}"/>
              </a:ext>
            </a:extLst>
          </p:cNvPr>
          <p:cNvPicPr>
            <a:picLocks noGrp="1" noChangeAspect="1"/>
          </p:cNvPicPr>
          <p:nvPr>
            <p:ph type="pic" sz="quarter" idx="69"/>
          </p:nvPr>
        </p:nvPicPr>
        <p:blipFill>
          <a:blip r:embed="rId7"/>
          <a:srcRect l="6784" r="6784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39A2D98-EFAE-9097-09E8-44D7D9D73CF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80743" y="841201"/>
            <a:ext cx="2098039" cy="506399"/>
          </a:xfrm>
        </p:spPr>
        <p:txBody>
          <a:bodyPr/>
          <a:lstStyle/>
          <a:p>
            <a:r>
              <a:rPr lang="fr-FR" noProof="0" dirty="0"/>
              <a:t>V- RESULTATS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C007F4F-0031-CE28-465E-46C9897EC80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fr-FR" noProof="0" dirty="0"/>
              <a:t>IV- REALISATION</a:t>
            </a:r>
          </a:p>
        </p:txBody>
      </p:sp>
      <p:pic>
        <p:nvPicPr>
          <p:cNvPr id="99" name="Picture Placeholder 98">
            <a:extLst>
              <a:ext uri="{FF2B5EF4-FFF2-40B4-BE49-F238E27FC236}">
                <a16:creationId xmlns:a16="http://schemas.microsoft.com/office/drawing/2014/main" id="{1183282A-7424-A037-02F9-980CA144EDAC}"/>
              </a:ext>
            </a:extLst>
          </p:cNvPr>
          <p:cNvPicPr>
            <a:picLocks noGrp="1" noChangeAspect="1"/>
          </p:cNvPicPr>
          <p:nvPr>
            <p:ph type="pic" sz="quarter" idx="72"/>
          </p:nvPr>
        </p:nvPicPr>
        <p:blipFill>
          <a:blip r:embed="rId8"/>
          <a:srcRect l="2376" r="2376"/>
          <a:stretch>
            <a:fillRect/>
          </a:stretch>
        </p:blipFill>
        <p:spPr>
          <a:xfrm>
            <a:off x="8001944" y="41544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03" name="Picture Placeholder 102">
            <a:extLst>
              <a:ext uri="{FF2B5EF4-FFF2-40B4-BE49-F238E27FC236}">
                <a16:creationId xmlns:a16="http://schemas.microsoft.com/office/drawing/2014/main" id="{3CCF371C-689D-F642-E7E6-31D051FCEB29}"/>
              </a:ext>
            </a:extLst>
          </p:cNvPr>
          <p:cNvPicPr>
            <a:picLocks noGrp="1" noChangeAspect="1"/>
          </p:cNvPicPr>
          <p:nvPr>
            <p:ph type="pic" sz="quarter" idx="71"/>
          </p:nvPr>
        </p:nvPicPr>
        <p:blipFill>
          <a:blip r:embed="rId9"/>
          <a:srcRect l="6834" r="6834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04" name="Picture Placeholder 14">
            <a:extLst>
              <a:ext uri="{FF2B5EF4-FFF2-40B4-BE49-F238E27FC236}">
                <a16:creationId xmlns:a16="http://schemas.microsoft.com/office/drawing/2014/main" id="{2582246A-9E1F-FF7B-200B-F6EA14F930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5691" r="25691"/>
          <a:stretch>
            <a:fillRect/>
          </a:stretch>
        </p:blipFill>
        <p:spPr>
          <a:xfrm>
            <a:off x="8001944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105" name="Text Placeholder 58">
            <a:extLst>
              <a:ext uri="{FF2B5EF4-FFF2-40B4-BE49-F238E27FC236}">
                <a16:creationId xmlns:a16="http://schemas.microsoft.com/office/drawing/2014/main" id="{616DEA21-F533-93CB-B58E-297B3FD04E09}"/>
              </a:ext>
            </a:extLst>
          </p:cNvPr>
          <p:cNvSpPr txBox="1">
            <a:spLocks/>
          </p:cNvSpPr>
          <p:nvPr/>
        </p:nvSpPr>
        <p:spPr>
          <a:xfrm>
            <a:off x="9376491" y="2521453"/>
            <a:ext cx="1964833" cy="506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noProof="0" dirty="0"/>
              <a:t>VI- CONCLUSION</a:t>
            </a: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41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  <p:bldLst>
      <p:bldP spid="19" grpId="0"/>
      <p:bldP spid="16" grpId="0" build="p"/>
      <p:bldP spid="9" grpId="0" build="p"/>
      <p:bldP spid="48" grpId="0" build="p"/>
      <p:bldP spid="59" grpId="0" build="p"/>
      <p:bldP spid="66" grpId="0" build="p"/>
      <p:bldP spid="10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FEB651-ADCF-8BA3-2B03-D854A5FBC739}"/>
              </a:ext>
            </a:extLst>
          </p:cNvPr>
          <p:cNvSpPr/>
          <p:nvPr/>
        </p:nvSpPr>
        <p:spPr>
          <a:xfrm>
            <a:off x="660477" y="4723145"/>
            <a:ext cx="5709690" cy="16043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111F9F-F0E4-9A25-59E3-143A5EE01ECC}"/>
              </a:ext>
            </a:extLst>
          </p:cNvPr>
          <p:cNvSpPr/>
          <p:nvPr/>
        </p:nvSpPr>
        <p:spPr>
          <a:xfrm>
            <a:off x="700942" y="2503765"/>
            <a:ext cx="5709690" cy="16043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65" y="274956"/>
            <a:ext cx="4114800" cy="1081572"/>
          </a:xfrm>
        </p:spPr>
        <p:txBody>
          <a:bodyPr/>
          <a:lstStyle/>
          <a:p>
            <a:r>
              <a:rPr lang="fr-FR" sz="360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I- Introduction: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18336" y="2573754"/>
            <a:ext cx="5593973" cy="1430501"/>
          </a:xfrm>
        </p:spPr>
        <p:txBody>
          <a:bodyPr/>
          <a:lstStyle/>
          <a:p>
            <a:pPr algn="ctr"/>
            <a:r>
              <a:rPr lang="fr-FR" sz="1800" noProof="0" dirty="0"/>
              <a:t>La surveillance continue d’un </a:t>
            </a:r>
            <a:r>
              <a:rPr lang="fr-FR" sz="1800" dirty="0"/>
              <a:t>enfant</a:t>
            </a:r>
            <a:r>
              <a:rPr lang="fr-FR" sz="1800" noProof="0" dirty="0"/>
              <a:t> est difficile à garantir, et les systèmes traditionnels manquent d’intelligence pour détecter automatiquement les situations à risque.</a:t>
            </a:r>
          </a:p>
          <a:p>
            <a:endParaRPr lang="fr-FR" sz="18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337148" y="6400482"/>
            <a:ext cx="4114800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3</a:t>
            </a:fld>
            <a:endParaRPr lang="fr-FR" noProof="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8873AE3-E565-9548-C4EF-EF13652F04F0}"/>
              </a:ext>
            </a:extLst>
          </p:cNvPr>
          <p:cNvSpPr txBox="1">
            <a:spLocks/>
          </p:cNvSpPr>
          <p:nvPr/>
        </p:nvSpPr>
        <p:spPr>
          <a:xfrm>
            <a:off x="470021" y="1711885"/>
            <a:ext cx="4114800" cy="77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noProof="0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I-1 Contexte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9877F68-CCC4-44DE-ADAC-D1E333DF54F1}"/>
              </a:ext>
            </a:extLst>
          </p:cNvPr>
          <p:cNvSpPr txBox="1">
            <a:spLocks/>
          </p:cNvSpPr>
          <p:nvPr/>
        </p:nvSpPr>
        <p:spPr>
          <a:xfrm>
            <a:off x="470021" y="4108111"/>
            <a:ext cx="4114800" cy="77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noProof="0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I-2 Problématique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F5E6E419-460B-A224-6D08-E8F13ED22EB2}"/>
              </a:ext>
            </a:extLst>
          </p:cNvPr>
          <p:cNvSpPr txBox="1">
            <a:spLocks/>
          </p:cNvSpPr>
          <p:nvPr/>
        </p:nvSpPr>
        <p:spPr>
          <a:xfrm>
            <a:off x="1130909" y="4927943"/>
            <a:ext cx="4849756" cy="1294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noProof="0" dirty="0"/>
              <a:t>Comment concevoir un système proactif capable de remplacer les parents dans cette tâche de surveillance exigeante ?</a:t>
            </a:r>
          </a:p>
          <a:p>
            <a:endParaRPr lang="fr-FR" sz="2000" noProof="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03A07986-FD80-8CDB-BE7E-9F873DAE307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t="20071" b="20071"/>
          <a:stretch>
            <a:fillRect/>
          </a:stretch>
        </p:blipFill>
        <p:spPr>
          <a:xfrm>
            <a:off x="6581823" y="815742"/>
            <a:ext cx="5590912" cy="6583045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20" grpId="0" build="p"/>
      <p:bldP spid="3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B16C-67CF-0F4F-2A22-520D9107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E7F0E3-505F-BB2D-0A51-44C89D41A5FC}"/>
              </a:ext>
            </a:extLst>
          </p:cNvPr>
          <p:cNvSpPr/>
          <p:nvPr/>
        </p:nvSpPr>
        <p:spPr>
          <a:xfrm>
            <a:off x="1101590" y="2676565"/>
            <a:ext cx="5709690" cy="108157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DA69C4-B0CC-6F1C-64D2-DA3C927C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65" y="274956"/>
            <a:ext cx="4114800" cy="1081572"/>
          </a:xfrm>
        </p:spPr>
        <p:txBody>
          <a:bodyPr/>
          <a:lstStyle/>
          <a:p>
            <a:r>
              <a:rPr lang="fr-FR" sz="360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II- Solution: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ACA2BC5-7CDE-EB09-F19A-46B919D2726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52851" y="2779120"/>
            <a:ext cx="5240234" cy="909761"/>
          </a:xfrm>
        </p:spPr>
        <p:txBody>
          <a:bodyPr/>
          <a:lstStyle/>
          <a:p>
            <a:r>
              <a:rPr lang="fr-FR" sz="2400" noProof="0" dirty="0"/>
              <a:t>Concevoir un système intelligent de surveillance d'un enfant.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7F7D5F2-DE38-9B44-EECB-1BBC032C9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275" y="319144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14AC4-758C-9DF0-4748-5AA54836C855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4</a:t>
            </a:fld>
            <a:endParaRPr lang="fr-FR" noProof="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13C1E217-39D7-84C8-5037-E3EA8BE592F8}"/>
              </a:ext>
            </a:extLst>
          </p:cNvPr>
          <p:cNvSpPr txBox="1">
            <a:spLocks/>
          </p:cNvSpPr>
          <p:nvPr/>
        </p:nvSpPr>
        <p:spPr>
          <a:xfrm>
            <a:off x="1452851" y="1126135"/>
            <a:ext cx="3183001" cy="77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b="0" noProof="0" dirty="0">
                <a:solidFill>
                  <a:srgbClr val="00B050"/>
                </a:solidFill>
                <a:latin typeface="Abadi" panose="020B0604020104020204" pitchFamily="34" charset="0"/>
              </a:rPr>
              <a:t>ŒIL DES PARENTS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D296B8D-DEB3-072D-FE96-F0219B7E65BD}"/>
              </a:ext>
            </a:extLst>
          </p:cNvPr>
          <p:cNvSpPr txBox="1">
            <a:spLocks/>
          </p:cNvSpPr>
          <p:nvPr/>
        </p:nvSpPr>
        <p:spPr>
          <a:xfrm>
            <a:off x="868228" y="2929518"/>
            <a:ext cx="4114800" cy="77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2400" noProof="0" dirty="0">
              <a:latin typeface="Montserrat" panose="00000500000000000000" pitchFamily="2" charset="0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6281E28F-EA3D-4507-BAD3-8A7198D64447}"/>
              </a:ext>
            </a:extLst>
          </p:cNvPr>
          <p:cNvSpPr txBox="1">
            <a:spLocks/>
          </p:cNvSpPr>
          <p:nvPr/>
        </p:nvSpPr>
        <p:spPr>
          <a:xfrm>
            <a:off x="620013" y="1794888"/>
            <a:ext cx="4114800" cy="108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Objectif Général: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7518C372-65B5-438E-1D42-2C7E309F8504}"/>
              </a:ext>
            </a:extLst>
          </p:cNvPr>
          <p:cNvSpPr txBox="1">
            <a:spLocks/>
          </p:cNvSpPr>
          <p:nvPr/>
        </p:nvSpPr>
        <p:spPr>
          <a:xfrm>
            <a:off x="521052" y="3948919"/>
            <a:ext cx="4114800" cy="62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Objectifs spécifiques: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8F2B239-1ABB-3E16-43D2-EACEEEDEBBD4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t="7449" b="7449"/>
          <a:stretch>
            <a:fillRect/>
          </a:stretch>
        </p:blipFill>
        <p:spPr>
          <a:xfrm>
            <a:off x="6904742" y="884902"/>
            <a:ext cx="5028894" cy="5698143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A1E4A5B-FE20-8619-D58F-0F3A127DB378}"/>
              </a:ext>
            </a:extLst>
          </p:cNvPr>
          <p:cNvSpPr/>
          <p:nvPr/>
        </p:nvSpPr>
        <p:spPr>
          <a:xfrm>
            <a:off x="1101590" y="4635662"/>
            <a:ext cx="5709690" cy="2138764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EDC36456-6E58-2A5C-9AC8-46B566DC347F}"/>
              </a:ext>
            </a:extLst>
          </p:cNvPr>
          <p:cNvSpPr txBox="1">
            <a:spLocks/>
          </p:cNvSpPr>
          <p:nvPr/>
        </p:nvSpPr>
        <p:spPr>
          <a:xfrm>
            <a:off x="1189703" y="4733890"/>
            <a:ext cx="5503382" cy="1812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noProof="0" dirty="0"/>
              <a:t>Acquisitions des données de l’enfant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noProof="0" dirty="0"/>
              <a:t>Analyse intelligente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noProof="0" dirty="0"/>
              <a:t>Génération d'alertes pour les parents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noProof="0" dirty="0"/>
              <a:t>Visualisation via un tableau de bord </a:t>
            </a:r>
          </a:p>
        </p:txBody>
      </p:sp>
      <p:pic>
        <p:nvPicPr>
          <p:cNvPr id="26" name="Picture Placeholder 6">
            <a:extLst>
              <a:ext uri="{FF2B5EF4-FFF2-40B4-BE49-F238E27FC236}">
                <a16:creationId xmlns:a16="http://schemas.microsoft.com/office/drawing/2014/main" id="{8B090D35-3DB7-4FF3-B0DF-FC7CA08BD4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66" b="18066"/>
          <a:stretch>
            <a:fillRect/>
          </a:stretch>
        </p:blipFill>
        <p:spPr>
          <a:xfrm>
            <a:off x="4850574" y="307199"/>
            <a:ext cx="1864810" cy="2166639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45420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build="p"/>
      <p:bldP spid="3" grpId="0"/>
      <p:bldP spid="12" grpId="0"/>
      <p:bldP spid="13" grpId="0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55" y="319165"/>
            <a:ext cx="10515600" cy="952993"/>
          </a:xfrm>
        </p:spPr>
        <p:txBody>
          <a:bodyPr/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III- Conception: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64968" y="6325878"/>
            <a:ext cx="1540813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5</a:t>
            </a:fld>
            <a:endParaRPr lang="fr-FR" noProof="0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EFD76AA6-679B-CE70-68D1-9EEA4F87FD8E}"/>
              </a:ext>
            </a:extLst>
          </p:cNvPr>
          <p:cNvSpPr txBox="1">
            <a:spLocks/>
          </p:cNvSpPr>
          <p:nvPr/>
        </p:nvSpPr>
        <p:spPr>
          <a:xfrm>
            <a:off x="696254" y="1587532"/>
            <a:ext cx="4816402" cy="814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0" noProof="0" dirty="0">
                <a:solidFill>
                  <a:schemeClr val="tx1"/>
                </a:solidFill>
                <a:latin typeface="Amasis MT Pro Light" panose="02040304050005020304" pitchFamily="18" charset="0"/>
              </a:rPr>
              <a:t>1- Diagramme de classe</a:t>
            </a:r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A128D45D-8B96-6DF7-873B-3D6F6C8C15B6}"/>
              </a:ext>
            </a:extLst>
          </p:cNvPr>
          <p:cNvSpPr txBox="1">
            <a:spLocks/>
          </p:cNvSpPr>
          <p:nvPr/>
        </p:nvSpPr>
        <p:spPr>
          <a:xfrm>
            <a:off x="696254" y="3244790"/>
            <a:ext cx="4816402" cy="814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0" noProof="0" dirty="0">
                <a:solidFill>
                  <a:schemeClr val="tx1"/>
                </a:solidFill>
                <a:latin typeface="Amasis MT Pro Light" panose="02040304050005020304" pitchFamily="18" charset="0"/>
              </a:rPr>
              <a:t>3- Diagramme séquence 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BA7E10D2-11B9-2960-8785-406CEFACA973}"/>
              </a:ext>
            </a:extLst>
          </p:cNvPr>
          <p:cNvSpPr txBox="1">
            <a:spLocks/>
          </p:cNvSpPr>
          <p:nvPr/>
        </p:nvSpPr>
        <p:spPr>
          <a:xfrm>
            <a:off x="696254" y="2416161"/>
            <a:ext cx="6107669" cy="814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0" noProof="0" dirty="0">
                <a:solidFill>
                  <a:schemeClr val="tx2"/>
                </a:solidFill>
                <a:latin typeface="Amasis MT Pro Light" panose="02040304050005020304" pitchFamily="18" charset="0"/>
              </a:rPr>
              <a:t>2- Diagramme de cas d’utilisation</a:t>
            </a:r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8C7FE8C1-9577-9D79-43F2-05D3921562C8}"/>
              </a:ext>
            </a:extLst>
          </p:cNvPr>
          <p:cNvSpPr txBox="1">
            <a:spLocks/>
          </p:cNvSpPr>
          <p:nvPr/>
        </p:nvSpPr>
        <p:spPr>
          <a:xfrm>
            <a:off x="696254" y="3956705"/>
            <a:ext cx="4816402" cy="814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0" noProof="0" dirty="0">
                <a:solidFill>
                  <a:schemeClr val="tx1"/>
                </a:solidFill>
                <a:latin typeface="Amasis MT Pro Light" panose="02040304050005020304" pitchFamily="18" charset="0"/>
              </a:rPr>
              <a:t>4- Diagramme d’activité</a:t>
            </a:r>
          </a:p>
        </p:txBody>
      </p:sp>
      <p:pic>
        <p:nvPicPr>
          <p:cNvPr id="106" name="Picture Placeholder 27">
            <a:extLst>
              <a:ext uri="{FF2B5EF4-FFF2-40B4-BE49-F238E27FC236}">
                <a16:creationId xmlns:a16="http://schemas.microsoft.com/office/drawing/2014/main" id="{D7444D9A-2B34-B26C-ACFE-0728428FB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84" r="6784"/>
          <a:stretch>
            <a:fillRect/>
          </a:stretch>
        </p:blipFill>
        <p:spPr>
          <a:xfrm>
            <a:off x="6971071" y="195643"/>
            <a:ext cx="5197852" cy="61537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9505A-1C50-627D-6682-E5DC9C220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211581-EA2E-C555-680C-1DF6B3BA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2DAB6-E06B-C3FB-35D3-F78663B25DD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1496" y="6400482"/>
            <a:ext cx="1540813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81783-5EAD-7F1A-A525-CA9B2BFCAC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1276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6FB2-200D-2CAE-5D5B-F34333ED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FD23D-3D09-98D1-813D-24479CDA2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3AA9F-3984-916B-07C6-EFBD6322001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1496" y="6400482"/>
            <a:ext cx="1540813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6E9CA-63D1-0A7E-2BCD-26ECD180E5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723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071DB-E2FD-B810-FE90-05C0CA8A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EAA7E-1E74-486F-B618-56C8BE7D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01D43-93BC-0D2A-0843-6B54267509B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1496" y="6400482"/>
            <a:ext cx="1540813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79B9D-F63E-717C-3FAB-175D0E944B4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8</a:t>
            </a:fld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333F5F-5001-B096-3FE9-28A35016C27B}"/>
              </a:ext>
            </a:extLst>
          </p:cNvPr>
          <p:cNvSpPr/>
          <p:nvPr/>
        </p:nvSpPr>
        <p:spPr>
          <a:xfrm>
            <a:off x="8613058" y="0"/>
            <a:ext cx="1406013" cy="383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2151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7463-C634-AC66-16D9-A753741D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8BF40-BF7D-75A4-70D8-4F603C4F369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1496" y="6400482"/>
            <a:ext cx="1540813" cy="365125"/>
          </a:xfrm>
        </p:spPr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BA60D-7018-5274-D29A-76E611C23B7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9</a:t>
            </a:fld>
            <a:endParaRPr lang="fr-FR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572BE-B945-2FC7-5762-CEC3ABBC3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8FE7269-0D73-4E36-32CE-0273EDF320A7}"/>
              </a:ext>
            </a:extLst>
          </p:cNvPr>
          <p:cNvSpPr/>
          <p:nvPr/>
        </p:nvSpPr>
        <p:spPr>
          <a:xfrm>
            <a:off x="1691148" y="186813"/>
            <a:ext cx="3303639" cy="550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9C069ACA-EDA1-1F06-4768-46FB03B9FDEF}"/>
              </a:ext>
            </a:extLst>
          </p:cNvPr>
          <p:cNvSpPr txBox="1">
            <a:spLocks/>
          </p:cNvSpPr>
          <p:nvPr/>
        </p:nvSpPr>
        <p:spPr>
          <a:xfrm>
            <a:off x="1769581" y="55001"/>
            <a:ext cx="3952793" cy="814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noProof="0" dirty="0">
                <a:solidFill>
                  <a:schemeClr val="tx2"/>
                </a:solidFill>
              </a:rPr>
              <a:t>Diagramme d’activité</a:t>
            </a:r>
          </a:p>
        </p:txBody>
      </p:sp>
    </p:spTree>
    <p:extLst>
      <p:ext uri="{BB962C8B-B14F-4D97-AF65-F5344CB8AC3E}">
        <p14:creationId xmlns:p14="http://schemas.microsoft.com/office/powerpoint/2010/main" val="83637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F0E7-DB41-94D2-E124-2C94A92D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6C97FB-F05A-1605-1959-2E6B52A6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69" y="284787"/>
            <a:ext cx="4402125" cy="767264"/>
          </a:xfrm>
        </p:spPr>
        <p:txBody>
          <a:bodyPr anchor="t">
            <a:normAutofit/>
          </a:bodyPr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IV- REALISATION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3472C-0278-839C-4F15-DCFA63DFD69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15ECE-7FD9-E655-96A6-CCD5B44726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fr-FR" noProof="0" smtClean="0"/>
              <a:pPr>
                <a:spcAft>
                  <a:spcPts val="600"/>
                </a:spcAft>
              </a:pPr>
              <a:t>10</a:t>
            </a:fld>
            <a:endParaRPr lang="fr-FR" noProof="0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0A7B655-6C6A-0898-499A-F6DA9B723ADB}"/>
              </a:ext>
            </a:extLst>
          </p:cNvPr>
          <p:cNvSpPr txBox="1">
            <a:spLocks/>
          </p:cNvSpPr>
          <p:nvPr/>
        </p:nvSpPr>
        <p:spPr>
          <a:xfrm>
            <a:off x="675028" y="1287157"/>
            <a:ext cx="3223462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noProof="0" dirty="0">
                <a:solidFill>
                  <a:schemeClr val="accent1">
                    <a:lumMod val="75000"/>
                  </a:schemeClr>
                </a:solidFill>
              </a:rPr>
              <a:t>1- Matériels utilisés: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BB54EE3-2F74-689F-A12E-CA49D9CD0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799230"/>
              </p:ext>
            </p:extLst>
          </p:nvPr>
        </p:nvGraphicFramePr>
        <p:xfrm>
          <a:off x="773351" y="1952778"/>
          <a:ext cx="9727500" cy="330144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242500">
                  <a:extLst>
                    <a:ext uri="{9D8B030D-6E8A-4147-A177-3AD203B41FA5}">
                      <a16:colId xmlns:a16="http://schemas.microsoft.com/office/drawing/2014/main" val="1457000769"/>
                    </a:ext>
                  </a:extLst>
                </a:gridCol>
                <a:gridCol w="3242500">
                  <a:extLst>
                    <a:ext uri="{9D8B030D-6E8A-4147-A177-3AD203B41FA5}">
                      <a16:colId xmlns:a16="http://schemas.microsoft.com/office/drawing/2014/main" val="1939741220"/>
                    </a:ext>
                  </a:extLst>
                </a:gridCol>
                <a:gridCol w="3242500">
                  <a:extLst>
                    <a:ext uri="{9D8B030D-6E8A-4147-A177-3AD203B41FA5}">
                      <a16:colId xmlns:a16="http://schemas.microsoft.com/office/drawing/2014/main" val="1728182267"/>
                    </a:ext>
                  </a:extLst>
                </a:gridCol>
              </a:tblGrid>
              <a:tr h="498844"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noProof="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Raspberry Pi 3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LED verte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Fils Dupont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343578"/>
                  </a:ext>
                </a:extLst>
              </a:tr>
              <a:tr h="671928">
                <a:tc>
                  <a:txBody>
                    <a:bodyPr/>
                    <a:lstStyle/>
                    <a:p>
                      <a:pPr algn="ctr"/>
                      <a:r>
                        <a:rPr lang="fr-FR" b="0" i="0" noProof="0" dirty="0">
                          <a:solidFill>
                            <a:schemeClr val="accent6"/>
                          </a:solidFill>
                          <a:latin typeface="+mn-lt"/>
                          <a:cs typeface="Posterama" panose="020B0504020200020000" pitchFamily="34" charset="0"/>
                        </a:rPr>
                        <a:t>Caméra IMX477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LED jaune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Carte </a:t>
                      </a:r>
                      <a:r>
                        <a:rPr lang="fr-FR" noProof="0" dirty="0" err="1"/>
                        <a:t>microSD</a:t>
                      </a:r>
                      <a:r>
                        <a:rPr lang="fr-FR" noProof="0" dirty="0"/>
                        <a:t> 16Go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34691"/>
                  </a:ext>
                </a:extLst>
              </a:tr>
              <a:tr h="959897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Capteur de mouvement PIR HC-SR501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LED rouge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Ordinateur portable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783827"/>
                  </a:ext>
                </a:extLst>
              </a:tr>
              <a:tr h="498844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Capteur de son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Résistances 220 Ω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436735"/>
                  </a:ext>
                </a:extLst>
              </a:tr>
              <a:tr h="671928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Capteur de température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 err="1"/>
                        <a:t>Breadboard</a:t>
                      </a:r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b="0" i="0" noProof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82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45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2E21-366E-F086-9088-90E826EA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3CEE558-D8FE-F783-C880-440EF5956F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200" y="2929824"/>
            <a:ext cx="1865376" cy="151435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Raspberry Pi OS (64-bit)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Python GPIO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07D2CE2-57B0-A626-8FA0-8A977CF0DF2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000303" y="2929823"/>
            <a:ext cx="1867186" cy="151435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 err="1"/>
              <a:t>OpenCV</a:t>
            </a:r>
            <a:endParaRPr lang="fr-FR" noProof="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Picamera2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8B78A2E-0549-09F5-0540-1D4FB49F418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64216" y="2929824"/>
            <a:ext cx="1865376" cy="151435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Python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Flask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Flask-</a:t>
            </a:r>
            <a:r>
              <a:rPr lang="fr-FR" noProof="0" dirty="0" err="1"/>
              <a:t>SocketIO</a:t>
            </a:r>
            <a:r>
              <a:rPr lang="fr-FR" noProof="0" dirty="0"/>
              <a:t>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 err="1"/>
              <a:t>Eventlet</a:t>
            </a:r>
            <a:endParaRPr lang="fr-FR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6B82DBC-AA12-935C-89A0-835CF60FC3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326319" y="2929824"/>
            <a:ext cx="1865376" cy="151435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⚛️ React.js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JavaScript(ES6+)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CSS3 HTML5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/>
              <a:t>Socket.IO Client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AA47EA0-90CC-18E6-FC71-1E04B94790D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488424" y="2929823"/>
            <a:ext cx="1865376" cy="151435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 err="1"/>
              <a:t>TensorFlow</a:t>
            </a:r>
            <a:endParaRPr lang="fr-FR" noProof="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 err="1"/>
              <a:t>NumPy</a:t>
            </a:r>
            <a:endParaRPr lang="fr-FR" noProof="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fr-FR" noProof="0" dirty="0" err="1"/>
              <a:t>Librosa</a:t>
            </a:r>
            <a:endParaRPr lang="fr-FR" noProof="0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63679204-21C7-70F2-0A05-E40B97AE62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8200" y="2067143"/>
            <a:ext cx="1865376" cy="866219"/>
          </a:xfrm>
        </p:spPr>
        <p:txBody>
          <a:bodyPr/>
          <a:lstStyle/>
          <a:p>
            <a:r>
              <a:rPr lang="fr-FR" noProof="0" dirty="0">
                <a:solidFill>
                  <a:srgbClr val="C00000"/>
                </a:solidFill>
              </a:rPr>
              <a:t>Raspberry Pi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97072A7-156A-9AD9-915A-1B184AC7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07" y="138322"/>
            <a:ext cx="10515600" cy="9628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kern="120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IV- REALISATION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711B7A47-F889-90C0-512A-1E1C1B7EEB3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000756" y="2067143"/>
            <a:ext cx="1865376" cy="866219"/>
          </a:xfrm>
        </p:spPr>
        <p:txBody>
          <a:bodyPr/>
          <a:lstStyle/>
          <a:p>
            <a:r>
              <a:rPr lang="fr-FR" noProof="0" dirty="0">
                <a:solidFill>
                  <a:srgbClr val="C00000"/>
                </a:solidFill>
              </a:rPr>
              <a:t>Camera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045C31C-6489-1EC0-7F5D-257D06FEE2C9}"/>
              </a:ext>
            </a:extLst>
          </p:cNvPr>
          <p:cNvSpPr txBox="1">
            <a:spLocks/>
          </p:cNvSpPr>
          <p:nvPr/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noProof="0" dirty="0">
                <a:solidFill>
                  <a:srgbClr val="C00000"/>
                </a:solidFill>
                <a:cs typeface="+mn-cs"/>
              </a:rPr>
              <a:t>Backend</a:t>
            </a:r>
            <a:r>
              <a:rPr lang="fr-FR" noProof="0" dirty="0">
                <a:cs typeface="+mn-cs"/>
              </a:rPr>
              <a:t> 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45EB2B4-8556-8B4C-30A4-7314C0FE6EB8}"/>
              </a:ext>
            </a:extLst>
          </p:cNvPr>
          <p:cNvSpPr txBox="1">
            <a:spLocks/>
          </p:cNvSpPr>
          <p:nvPr/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noProof="0" dirty="0">
                <a:solidFill>
                  <a:srgbClr val="C00000"/>
                </a:solidFill>
                <a:cs typeface="+mn-cs"/>
              </a:rPr>
              <a:t>Frontend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47F93B1-7CC7-2AB6-D16C-88463923EAB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488424" y="2067143"/>
            <a:ext cx="1865376" cy="866219"/>
          </a:xfrm>
        </p:spPr>
        <p:txBody>
          <a:bodyPr/>
          <a:lstStyle/>
          <a:p>
            <a:r>
              <a:rPr lang="fr-FR" noProof="0" dirty="0">
                <a:solidFill>
                  <a:srgbClr val="C00000"/>
                </a:solidFill>
              </a:rPr>
              <a:t>Intelligence Artificielle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8925D-F231-1043-0A8B-0FDE982FAC18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484632" y="6217920"/>
            <a:ext cx="14621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noProof="0" dirty="0"/>
              <a:t>Œil des parents</a:t>
            </a:r>
            <a:endParaRPr lang="fr-FR" kern="120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1283B-D9B7-FE9B-ECD4-38FF1BDF620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fr-FR" noProof="0" smtClean="0"/>
              <a:pPr>
                <a:spcAft>
                  <a:spcPts val="600"/>
                </a:spcAft>
              </a:pPr>
              <a:t>11</a:t>
            </a:fld>
            <a:endParaRPr lang="fr-FR" noProof="0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8244126-A43C-48AD-6EE7-97E407088FB2}"/>
              </a:ext>
            </a:extLst>
          </p:cNvPr>
          <p:cNvSpPr txBox="1">
            <a:spLocks/>
          </p:cNvSpPr>
          <p:nvPr/>
        </p:nvSpPr>
        <p:spPr>
          <a:xfrm>
            <a:off x="4070078" y="1360898"/>
            <a:ext cx="3705243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noProof="0" dirty="0">
                <a:solidFill>
                  <a:schemeClr val="accent1">
                    <a:lumMod val="75000"/>
                  </a:schemeClr>
                </a:solidFill>
              </a:rPr>
              <a:t>2- Technologies utilisées:</a:t>
            </a:r>
          </a:p>
        </p:txBody>
      </p:sp>
    </p:spTree>
    <p:extLst>
      <p:ext uri="{BB962C8B-B14F-4D97-AF65-F5344CB8AC3E}">
        <p14:creationId xmlns:p14="http://schemas.microsoft.com/office/powerpoint/2010/main" val="309004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/>
      <p:bldP spid="17" grpId="0" build="p" animBg="1"/>
      <p:bldP spid="19" grpId="0" build="p" animBg="1"/>
      <p:bldP spid="21" grpId="0" build="p" animBg="1"/>
      <p:bldP spid="23" grpId="0" build="p" animBg="1"/>
      <p:bldP spid="25" grpId="0" build="p" animBg="1"/>
      <p:bldP spid="27" grpId="0" build="p" animBg="1"/>
      <p:bldP spid="6" grpId="0" animBg="1"/>
      <p:bldP spid="2" grpId="0" animBg="1"/>
      <p:bldP spid="29" grpId="0" build="p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77FF-9BD9-CA6C-65CA-F6D8430A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276F9A-D108-5311-D709-E9DF96042023}"/>
              </a:ext>
            </a:extLst>
          </p:cNvPr>
          <p:cNvSpPr/>
          <p:nvPr/>
        </p:nvSpPr>
        <p:spPr>
          <a:xfrm>
            <a:off x="2476676" y="2939845"/>
            <a:ext cx="7914967" cy="16616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82FF82-AF90-7CDB-9D13-3D309BDF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85" y="458482"/>
            <a:ext cx="3777694" cy="1115434"/>
          </a:xfrm>
        </p:spPr>
        <p:txBody>
          <a:bodyPr/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V- RESULTAT: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80A78-5D25-2F32-78E9-1942F6589D1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92F5B-910C-C783-688A-23C177C7613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12</a:t>
            </a:fld>
            <a:endParaRPr lang="fr-FR" noProof="0" dirty="0"/>
          </a:p>
        </p:txBody>
      </p:sp>
      <p:sp>
        <p:nvSpPr>
          <p:cNvPr id="27" name="Title 6">
            <a:extLst>
              <a:ext uri="{FF2B5EF4-FFF2-40B4-BE49-F238E27FC236}">
                <a16:creationId xmlns:a16="http://schemas.microsoft.com/office/drawing/2014/main" id="{2ADE1339-E953-AA15-CA4F-2F20078D7088}"/>
              </a:ext>
            </a:extLst>
          </p:cNvPr>
          <p:cNvSpPr txBox="1">
            <a:spLocks/>
          </p:cNvSpPr>
          <p:nvPr/>
        </p:nvSpPr>
        <p:spPr>
          <a:xfrm>
            <a:off x="3813567" y="3047140"/>
            <a:ext cx="5674562" cy="11914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Test de fonctionnement</a:t>
            </a:r>
          </a:p>
        </p:txBody>
      </p:sp>
      <p:pic>
        <p:nvPicPr>
          <p:cNvPr id="37" name="Picture Placeholder 35">
            <a:extLst>
              <a:ext uri="{FF2B5EF4-FFF2-40B4-BE49-F238E27FC236}">
                <a16:creationId xmlns:a16="http://schemas.microsoft.com/office/drawing/2014/main" id="{CA0EDC94-590E-E812-20C4-A88C1CE3E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65" b="24865"/>
          <a:stretch>
            <a:fillRect/>
          </a:stretch>
        </p:blipFill>
        <p:spPr>
          <a:xfrm>
            <a:off x="9155786" y="492390"/>
            <a:ext cx="3338468" cy="2936610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45487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AAE0BF-BEBB-9D47-3F21-3A20E5F6F903}"/>
              </a:ext>
            </a:extLst>
          </p:cNvPr>
          <p:cNvSpPr/>
          <p:nvPr/>
        </p:nvSpPr>
        <p:spPr>
          <a:xfrm>
            <a:off x="521839" y="1117518"/>
            <a:ext cx="8488921" cy="51004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361887"/>
            <a:ext cx="4248873" cy="755632"/>
          </a:xfrm>
        </p:spPr>
        <p:txBody>
          <a:bodyPr/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VI- Conclusion: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6860" y="1240263"/>
            <a:ext cx="7885144" cy="4747581"/>
          </a:xfrm>
        </p:spPr>
        <p:txBody>
          <a:bodyPr/>
          <a:lstStyle/>
          <a:p>
            <a:r>
              <a:rPr lang="fr-FR" sz="1800" noProof="0" dirty="0"/>
              <a:t>Ce projet a permis de concevoir un système intelligent de surveillance d'enfant reposant sur l'IoT, l'intelligence artificielle et les systèmes embarqués. Il assure une surveillance en temps réel grâce à l'analyse audio et vidéo, au calcul d'un score de danger et à un tableau de bord interactif.</a:t>
            </a:r>
          </a:p>
          <a:p>
            <a:endParaRPr lang="fr-FR" sz="1800" noProof="0" dirty="0"/>
          </a:p>
          <a:p>
            <a:r>
              <a:rPr lang="fr-FR" sz="1800" noProof="0" dirty="0"/>
              <a:t>Cette solution répond à un besoin réel en assistant les parents dans la surveillance de leur enfant. Grâce au dispositif </a:t>
            </a:r>
            <a:r>
              <a:rPr lang="fr-FR" sz="1800" b="1" noProof="0" dirty="0"/>
              <a:t>Œil des Parents</a:t>
            </a:r>
            <a:r>
              <a:rPr lang="fr-FR" sz="1800" noProof="0" dirty="0"/>
              <a:t>, ils peuvent surveiller leur enfant à distance, être alertés en cas de situation anormale et suivre son état en temps réel, tout en ayant davantage de sérénité au quotidien.</a:t>
            </a:r>
          </a:p>
          <a:p>
            <a:endParaRPr lang="fr-FR" sz="1800" noProof="0" dirty="0"/>
          </a:p>
          <a:p>
            <a:r>
              <a:rPr lang="fr-FR" sz="1800" noProof="0" dirty="0"/>
              <a:t>Les résultats obtenus confirment la pertinence de cette approche pour renforcer la sécurité des enfants et bébés. À l'avenir, le système pourra être enrichi par une application mobile, des fonctionnalités de détection plus avancées et des modèles d'intelligence artificielle toujours plus performants.</a:t>
            </a:r>
          </a:p>
          <a:p>
            <a:endParaRPr lang="fr-FR" sz="18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fr-FR" noProof="0" dirty="0"/>
              <a:t>Œil des parents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fr-FR" noProof="0" smtClean="0"/>
              <a:pPr/>
              <a:t>13</a:t>
            </a:fld>
            <a:endParaRPr lang="fr-FR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1DCD484-4314-1766-4FFA-281CBCBBA02A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 l="21351" r="21351"/>
          <a:stretch>
            <a:fillRect/>
          </a:stretch>
        </p:blipFill>
        <p:spPr>
          <a:xfrm>
            <a:off x="8677025" y="531927"/>
            <a:ext cx="3514975" cy="4108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Merci!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CE7A05A-1668-B7C7-7BCE-88728FA44B17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3"/>
          <a:srcRect t="25276" b="25276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1DCF8EA0-65BD-E363-6BE1-D6FEB4CE2F14}"/>
              </a:ext>
            </a:extLst>
          </p:cNvPr>
          <p:cNvSpPr txBox="1">
            <a:spLocks/>
          </p:cNvSpPr>
          <p:nvPr/>
        </p:nvSpPr>
        <p:spPr>
          <a:xfrm>
            <a:off x="519045" y="6345511"/>
            <a:ext cx="155556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noProof="0" dirty="0"/>
              <a:t>Œil des parents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E2A560A5-649F-C4C7-61FF-2CB4D255995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4"/>
          <a:srcRect l="13697" r="13697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EA79A1DE-1349-3A8F-DFA1-828AFE2BAD1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4"/>
          <a:srcRect l="13697" r="13697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493EA9A9-3D93-32BF-1BCB-52CD679CC9AC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/>
          <a:srcRect t="24865" b="24865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431</TotalTime>
  <Words>489</Words>
  <Application>Microsoft Office PowerPoint</Application>
  <PresentationFormat>Widescreen</PresentationFormat>
  <Paragraphs>119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等线</vt:lpstr>
      <vt:lpstr>Abadi</vt:lpstr>
      <vt:lpstr>Amasis MT Pro Light</vt:lpstr>
      <vt:lpstr>Arial</vt:lpstr>
      <vt:lpstr>Calibri</vt:lpstr>
      <vt:lpstr>Montserrat</vt:lpstr>
      <vt:lpstr>Montserrat Bold</vt:lpstr>
      <vt:lpstr>Posterama</vt:lpstr>
      <vt:lpstr>Posterama Text Black</vt:lpstr>
      <vt:lpstr>Posterama Text SemiBold</vt:lpstr>
      <vt:lpstr>Wingdings</vt:lpstr>
      <vt:lpstr>Custom​​</vt:lpstr>
      <vt:lpstr>SYSTEME INTELLIGENT DE SURVEILLANCE D’UN ENFANT – Œil Des Parents</vt:lpstr>
      <vt:lpstr>Plan de la présentation</vt:lpstr>
      <vt:lpstr>I- Introduction:</vt:lpstr>
      <vt:lpstr>II- Solution:</vt:lpstr>
      <vt:lpstr>III- Conception:</vt:lpstr>
      <vt:lpstr>PowerPoint Presentation</vt:lpstr>
      <vt:lpstr>PowerPoint Presentation</vt:lpstr>
      <vt:lpstr>PowerPoint Presentation</vt:lpstr>
      <vt:lpstr>PowerPoint Presentation</vt:lpstr>
      <vt:lpstr>IV- REALISATION</vt:lpstr>
      <vt:lpstr>IV- REALISATION</vt:lpstr>
      <vt:lpstr>V- RESULTAT:</vt:lpstr>
      <vt:lpstr>VI- Conclusion:</vt:lpstr>
      <vt:lpstr>Merci!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camara</dc:creator>
  <cp:lastModifiedBy>Roger camara</cp:lastModifiedBy>
  <cp:revision>1</cp:revision>
  <dcterms:created xsi:type="dcterms:W3CDTF">2026-06-25T16:30:32Z</dcterms:created>
  <dcterms:modified xsi:type="dcterms:W3CDTF">2026-06-27T20:54:30Z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